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00663c0e_0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100663c0e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00663c0e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100663c0e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e6439a1d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e6439a1d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6439a1d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6439a1d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100663c0e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100663c0e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00663c0e_0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100663c0e_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7" name="Google Shape;17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coursesites.com/s/_SCRU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Product backlog</a:t>
            </a:r>
            <a:endParaRPr/>
          </a:p>
        </p:txBody>
      </p:sp>
      <p:sp>
        <p:nvSpPr>
          <p:cNvPr id="28" name="Google Shape;28;p8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Scrum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3000">
                <a:solidFill>
                  <a:srgbClr val="FFFF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https://www.coursesites.com/s/_SCRUM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Product backlog</a:t>
            </a:r>
            <a:endParaRPr/>
          </a:p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Welke functionaliteiten komen in de applicatie?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Uitkomst van het klantgesprek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Noteren als “User Stories”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Bijvoorbeeld: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Als klant wil ik producten kunnen bestellen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Als verkoper wil ik producten kunnen toevoegen aan de webshop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User story</a:t>
            </a:r>
            <a:endParaRPr/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nl" sz="3600"/>
              <a:t>Als &lt;rol&gt; wil ik &lt;doel / wens&gt;</a:t>
            </a:r>
            <a:endParaRPr sz="3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634300"/>
            <a:ext cx="8534400" cy="56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Scrum organisatie</a:t>
            </a:r>
            <a:endParaRPr/>
          </a:p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In teams: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Product owner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nl"/>
              <a:t>hij/zij bepaalt welke features in een produkt komen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Scrum master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nl"/>
              <a:t>hij/zij houdt in de gaten of alles zonder problemen loopt (proces)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nl"/>
              <a:t>hij/zij zorgt er voor dat medewerkers materialen, tijd en andere benodigdheden hebben (faciliteren)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nl"/>
              <a:t>hij/zij  belegt vergaderingen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nl"/>
              <a:t>hij/zij  houdt de voortgang in de gaten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nl"/>
              <a:t>hij/zij  plant releases van de software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Custom 345">
      <a:dk1>
        <a:srgbClr val="000000"/>
      </a:dk1>
      <a:lt1>
        <a:srgbClr val="FFFFFF"/>
      </a:lt1>
      <a:dk2>
        <a:srgbClr val="4C4C4C"/>
      </a:dk2>
      <a:lt2>
        <a:srgbClr val="CCCCCC"/>
      </a:lt2>
      <a:accent1>
        <a:srgbClr val="89B4B8"/>
      </a:accent1>
      <a:accent2>
        <a:srgbClr val="AFA6CA"/>
      </a:accent2>
      <a:accent3>
        <a:srgbClr val="A5B492"/>
      </a:accent3>
      <a:accent4>
        <a:srgbClr val="E8CD6D"/>
      </a:accent4>
      <a:accent5>
        <a:srgbClr val="F4A447"/>
      </a:accent5>
      <a:accent6>
        <a:srgbClr val="D09D94"/>
      </a:accent6>
      <a:hlink>
        <a:srgbClr val="5EA7AA"/>
      </a:hlink>
      <a:folHlink>
        <a:srgbClr val="A295B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
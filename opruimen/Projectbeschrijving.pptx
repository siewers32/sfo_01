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100663c0e_0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" name="Google Shape;25;g100663c0e_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100663c0e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g100663c0e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e6439a10_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ge6439a10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6439a1d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6439a1d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e6439a1d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e6439a1d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idx="1" type="subTitle"/>
          </p:nvPr>
        </p:nvSpPr>
        <p:spPr>
          <a:xfrm>
            <a:off x="685800" y="3786738"/>
            <a:ext cx="7772400" cy="10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17" name="Google Shape;17;p4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coursesites.com/s/_SCRUM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members.upc.nl/a.beuningen9/documenten/projectbeschrijving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/>
          <p:nvPr>
            <p:ph idx="1" type="subTitle"/>
          </p:nvPr>
        </p:nvSpPr>
        <p:spPr>
          <a:xfrm>
            <a:off x="685800" y="3786738"/>
            <a:ext cx="7772400" cy="10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Projectbeschrijving</a:t>
            </a:r>
            <a:endParaRPr/>
          </a:p>
        </p:txBody>
      </p:sp>
      <p:sp>
        <p:nvSpPr>
          <p:cNvPr id="28" name="Google Shape;28;p8"/>
          <p:cNvSpPr txBox="1"/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Scrum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idx="1" type="subTitle"/>
          </p:nvPr>
        </p:nvSpPr>
        <p:spPr>
          <a:xfrm>
            <a:off x="685800" y="3786738"/>
            <a:ext cx="7772400" cy="10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9"/>
          <p:cNvSpPr txBox="1"/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3000">
                <a:solidFill>
                  <a:srgbClr val="FFFFFF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https://www.coursesites.com/s/_SCRUM</a:t>
            </a:r>
            <a:endParaRPr sz="3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Herhaling vorige week</a:t>
            </a:r>
            <a:endParaRPr/>
          </a:p>
        </p:txBody>
      </p:sp>
      <p:sp>
        <p:nvSpPr>
          <p:cNvPr id="40" name="Google Shape;40;p1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nl"/>
              <a:t>Ontwerpgerichte aanpak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nl"/>
              <a:t>Watervalmethode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nl"/>
              <a:t>Alles tot in de puntjes voorbereiden en dan in 1 keer realiseren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nl"/>
              <a:t>Ontwikkelingsgerichte aanpak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nl"/>
              <a:t>Agile development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nl"/>
              <a:t>Scrum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nl"/>
              <a:t>Het project opdelen in kleine stukjes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Klantgesprek</a:t>
            </a:r>
            <a:endParaRPr/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nl"/>
              <a:t>Probeer in 1 gesprek zoveel mogelijk zinvolle informatie over het product te krijgen.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nl"/>
              <a:t>Bereid dit voor door vragen van te voren op papier te zetten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nl"/>
              <a:t>Stel vooral ‘open’ vragen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nl"/>
              <a:t>Maak er een ‘prettig’ gesprek van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Projectbeschrijving</a:t>
            </a:r>
            <a:endParaRPr/>
          </a:p>
        </p:txBody>
      </p:sp>
      <p:sp>
        <p:nvSpPr>
          <p:cNvPr id="52" name="Google Shape;52;p12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Koppel het gesprek terug met de klant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Wat is het doel van het product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Voor wie is het bestemd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/>
              <a:t>en meer….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nl" u="sng">
                <a:solidFill>
                  <a:schemeClr val="hlink"/>
                </a:solidFill>
                <a:hlinkClick r:id="rId3"/>
              </a:rPr>
              <a:t>Uitleg projectbeschrijving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Custom 345">
      <a:dk1>
        <a:srgbClr val="000000"/>
      </a:dk1>
      <a:lt1>
        <a:srgbClr val="FFFFFF"/>
      </a:lt1>
      <a:dk2>
        <a:srgbClr val="4C4C4C"/>
      </a:dk2>
      <a:lt2>
        <a:srgbClr val="CCCCCC"/>
      </a:lt2>
      <a:accent1>
        <a:srgbClr val="89B4B8"/>
      </a:accent1>
      <a:accent2>
        <a:srgbClr val="AFA6CA"/>
      </a:accent2>
      <a:accent3>
        <a:srgbClr val="A5B492"/>
      </a:accent3>
      <a:accent4>
        <a:srgbClr val="E8CD6D"/>
      </a:accent4>
      <a:accent5>
        <a:srgbClr val="F4A447"/>
      </a:accent5>
      <a:accent6>
        <a:srgbClr val="D09D94"/>
      </a:accent6>
      <a:hlink>
        <a:srgbClr val="5EA7AA"/>
      </a:hlink>
      <a:folHlink>
        <a:srgbClr val="A295B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
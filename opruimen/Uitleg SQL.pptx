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ff1bbf27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ff1bbf2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651c521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e651c521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e651c521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e651c521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26bdbf5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1026bdbf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273e1e6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0273e1e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273e1e6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273e1e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651c521_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651c521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e651c521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e651c521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651c521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651c521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651c521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651c521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273e1e6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0273e1e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26bdbd6_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026bdbd6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26bdbd6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026bdbd6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26bdbd6_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26bdbd6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26bdbd6_0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26bdbd6_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273e1e6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273e1e6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273e1e6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273e1e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273e1e6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273e1e6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6a9ce1e_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6a9ce1e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5344b42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5344b4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5344b42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5344b4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6a9ce1e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6a9ce1e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6a9ce1e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6a9ce1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7850ae9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07850ae9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7850ae9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07850ae9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7850ae9_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07850ae9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7850ae9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07850ae9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ee66cfc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0ee66cfc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81.webhostingserver.nl/phpmyadm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685800" y="2111123"/>
            <a:ext cx="7772400" cy="15464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SQL Uitleg</a:t>
            </a:r>
            <a:endParaRPr/>
          </a:p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685800" y="3786738"/>
            <a:ext cx="7772400" cy="104631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Queries gebruiken</a:t>
            </a:r>
            <a:endParaRPr/>
          </a:p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991850"/>
            <a:ext cx="8040450" cy="29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Queries</a:t>
            </a:r>
            <a:endParaRPr/>
          </a:p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WHERE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AND / OR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NULL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DISTINCT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ORDER BY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GROUP BY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Meerdere tabellen gebruiken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JOIN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WHERE</a:t>
            </a:r>
            <a:endParaRPr/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&lt;velden&gt;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&lt;tabelnaam&gt;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&lt;veld&gt; &lt;operator&gt; &lt;waarde&gt;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merk,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kenteken = “23-TGH-9”;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WHERE</a:t>
            </a:r>
            <a:endParaRPr/>
          </a:p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Zoeken op een tekst-waarde altijd tussen aanhalingstekens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Zoeken op een getal dan geen aanhalingstekens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Zoeken op een datum, dan wel aanhalingstekens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LIKE</a:t>
            </a:r>
            <a:endParaRPr/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LIKE gebruik je als je op een gedeelte van de waarde wilt zoeken.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*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personen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achternaam LIKE “K%”;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Hier zoek je personen met een achternaam die begint met een “K”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LIKE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*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personen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WHERE achternaam LIKE “%k%”;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Hier gaat het om alle personen met een achternaam waar een “k” in voorkomt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Voor de %-tekens kun je iedere willekeurige reeks van karakters invullen.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AND / OR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&lt;velden&gt;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&lt;tabelnaam&gt;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&lt;veld&gt; &lt;operator&gt; &lt;waarde&gt;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OR  &lt;veld&gt; &lt;operator&gt; &lt;waarde&gt;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merk,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kenteken = “23-TGH-9”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OR merk LIKE “F%”;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AND / OR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AND = selectie verfijnen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Er moet aan meer voorwaarden worden voldaan, dus krijg je minder records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OR = selectie verruimen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Er mag aan verschillende voorwaarden worden voldaan, dus krijg je meer records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NULL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NULL is niets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Dus NULL is geen 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Zoek naar velden die leeggelaten zijn…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merk,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WHERE kenteken IS NULL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DISTINCT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Filter dubbele rijen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City, Country from Customer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levert een ander resultaat dan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DISTINCT City, Country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50" y="3977100"/>
            <a:ext cx="70008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Zoeken in een reeks met IN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Je kunt een veld op meerdere waarden controleren door gebruik te maken van IN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merk,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merk IN (‘BMW’, ‘Volvo’, ‘Seat’)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ORDER BY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Je kunt op twee manieren sorteren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ASC (ascending / oplopend)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DESC (descending / aflopend)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merk,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ORDER BY merk DESC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ORDER BY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Je kunt meerdere kolommen sorteren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*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emp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ORDER BY empname ASC , salary DESC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100" y="3951325"/>
            <a:ext cx="4239075" cy="247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31" y="3951325"/>
            <a:ext cx="3995369" cy="26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Berekeningen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Met SQL kun je een aantal berekeningen uitvoeren.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Je kunt waarden uit een bepaald veld bij elkaar optellen (SUM)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Je kan de hoogste waarde opzoeken (MAX)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Je kan de laagste waarde opzoeken (MIN)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De gemiddelde waarde (AVG)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en meer…...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Berekeningen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Voorbeelden: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MAX(prijs)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producten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AVG(cijfer)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toets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Berekeningen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57200" y="4316625"/>
            <a:ext cx="82296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MAX(salary) FROM employees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Geeft als resultaat: 17000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SUM(salary) FROM employees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Geeft als resultaat: 60000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6" y="1600200"/>
            <a:ext cx="3995369" cy="26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Groeperen met GROUP BY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GROUP BY kun je gebruiken om gegevens te groeperen en te berekenen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COUNT(merk), type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auto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GROUP BY merk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Het resultaat is een overzicht met het aantal auto’s per merk en hun type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GROUP BY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57200" y="1600200"/>
            <a:ext cx="8229600" cy="21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COUNT(Country)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Customers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GROUP BY Country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588" y="3977100"/>
            <a:ext cx="70008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GROUP BY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57200" y="1600200"/>
            <a:ext cx="8229600" cy="51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Overzicht van de landen die vaker dan 1 keer voorkomen: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COUNT(Country)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Customers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GROUP BY Country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HAVING COUNT(Country) &gt; 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Gegevens uit meerdere tabellen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Kies de tabellen die je wilt gebruiken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Leg de relatie tussen beide tabellen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*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huurders, verhuur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huurders.huurdernr = verhuur.huurdernr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Gegevens uit meerdere tabellen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huurdernr komt in beide tabellen voor, vandaar dat je in de query aan moet geven welk huurdernr je bedoelt.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Dit doe je door de tabelnaam ervoor te zetten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Dus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huurder.huurdernr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Hiermee wordt het veld huurdernr uit de tabel huurder gemaakt.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Gegeven uit meerdere tabellen opvragen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Geef de producten weer die Vos heeft besteld...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825" y="2943650"/>
            <a:ext cx="7056225" cy="25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Gegevens uit meerdere tabellen opvragen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SELECT product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FROM Klanten, Bestellingen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Klanten.kid = Bestellingen.kid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AND naam = ‘Vos’</a:t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950" y="3887850"/>
            <a:ext cx="7056225" cy="25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JOINS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product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Klanten, Bestellingen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Klanten.kid = Bestellingen.kid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Kan ook zo: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product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Klanten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INNER JOIN Bestellingen  ON Klanten.kid = Bestellingen.kid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JOINS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INNER JOIN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Records worden weergegeven, waarvoor geldt dat een match in beide tabellen wordt gevonden.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LEFT JOIN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Alle records uit de linker kolom worden weergegeven en …..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die records waarvoor geldt dat een match in beide tabellen wordt gevonden.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Subquery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Zoek die klanten die nog niet betaald hebben: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naam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Klanten, Bestellingen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WHERE Klanten.kid = Bestellingen.kid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AND betaald IS NULL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Subquery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Als subquery ziet het er dan zo uit: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SELECT naam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FROM Klanten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"/>
              <a:t>WHERE Klanten.kid IN (SELECT Bestellingen.kid FROM Bestellingen WHERE betaald IS NULL)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AO server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u="sng">
                <a:solidFill>
                  <a:schemeClr val="hlink"/>
                </a:solidFill>
                <a:hlinkClick r:id="rId3"/>
              </a:rPr>
              <a:t>https://s81.webhostingserver.nl/phpmyadmin/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inloggen met: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deb7255_roc / roc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Custom 345">
      <a:dk1>
        <a:srgbClr val="000000"/>
      </a:dk1>
      <a:lt1>
        <a:srgbClr val="FFFFFF"/>
      </a:lt1>
      <a:dk2>
        <a:srgbClr val="4C4C4C"/>
      </a:dk2>
      <a:lt2>
        <a:srgbClr val="CCCCCC"/>
      </a:lt2>
      <a:accent1>
        <a:srgbClr val="89B4B8"/>
      </a:accent1>
      <a:accent2>
        <a:srgbClr val="AFA6CA"/>
      </a:accent2>
      <a:accent3>
        <a:srgbClr val="A5B492"/>
      </a:accent3>
      <a:accent4>
        <a:srgbClr val="E8CD6D"/>
      </a:accent4>
      <a:accent5>
        <a:srgbClr val="F4A447"/>
      </a:accent5>
      <a:accent6>
        <a:srgbClr val="D09D94"/>
      </a:accent6>
      <a:hlink>
        <a:srgbClr val="5EA7AA"/>
      </a:hlink>
      <a:folHlink>
        <a:srgbClr val="A295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
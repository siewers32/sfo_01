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B2AF2F-C8A1-4DF0-91D8-87AF8BE1CE12}">
  <a:tblStyle styleId="{8DB2AF2F-C8A1-4DF0-91D8-87AF8BE1CE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00663c0e_0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100663c0e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00663c0e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100663c0e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00663c0e_0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100663c0e_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6b44649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6b44649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6b44649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6b44649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e6b44649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e6b44649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e6b44649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e6b44649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e6b44649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e6b44649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e6b44649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e6b44649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e6b44649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e6b44649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e6b44649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e6b44649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7" name="Google Shape;17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oursesites.com/s/_SCRU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netters.nl/artikelen/bedrijfsvoering/bepalen-van-je-uurtarief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Plan van aanpak</a:t>
            </a:r>
            <a:endParaRPr/>
          </a:p>
        </p:txBody>
      </p:sp>
      <p:sp>
        <p:nvSpPr>
          <p:cNvPr id="28" name="Google Shape;28;p8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Scrum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300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https://www.coursesites.com/s/_SCRUM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Vandaag</a:t>
            </a:r>
            <a:endParaRPr/>
          </a:p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Plan van aanpak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1" marL="914400" rtl="0" algn="l">
              <a:spcBef>
                <a:spcPts val="480"/>
              </a:spcBef>
              <a:spcAft>
                <a:spcPts val="0"/>
              </a:spcAft>
              <a:buSzPts val="3000"/>
              <a:buChar char="○"/>
            </a:pPr>
            <a:r>
              <a:rPr lang="nl" sz="3000"/>
              <a:t>Inleiding </a:t>
            </a:r>
            <a:endParaRPr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nl" sz="3000"/>
              <a:t>Doelstelling / resultaat</a:t>
            </a:r>
            <a:endParaRPr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nl" sz="3000"/>
              <a:t>Omschrijving van het project </a:t>
            </a:r>
            <a:endParaRPr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nl" sz="3000"/>
              <a:t>Leden van de projectgroep </a:t>
            </a:r>
            <a:endParaRPr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nl" sz="3000"/>
              <a:t>Planning </a:t>
            </a:r>
            <a:endParaRPr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nl" sz="3000"/>
              <a:t>Kosten</a:t>
            </a:r>
            <a:endParaRPr sz="3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Inleiding</a:t>
            </a:r>
            <a:endParaRPr/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Wie zijn jullie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Wat doet jullie bedrijf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Wie is jullie opdrachtgever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Wat doet de opdrachtgever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Waarom heeft de opdrachtgever met jullie contact gezocht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Doelstelling</a:t>
            </a:r>
            <a:endParaRPr/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Wat wil de opdrachtgever bereiken.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Bijvoorbeeld bij de voetbalclub casus: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Het doel is dat het voor alle ouders en spelers duidelijk is wie er moet ‘wassen’ en wie er moet ‘rijden’.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De coach heeft nu te veel werk aan het zoeken van ouders die willen ‘rijden’ en ‘wassen’.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Ouders moeten zelf in staat zijn de planning te bekijken en aan te passen.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Omschrijving</a:t>
            </a:r>
            <a:endParaRPr/>
          </a:p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Korte omschrijving van de functionaliteit van het product dat jullie gaan maken.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Het resultaat is een dynamische website waarop ouders informatie omtrent rijden en wassen kunnen bekijken en aanpassen.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Je kunt hier ook nog iets zeggen over: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Vormgeving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Overige functionaliteit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Projectorganisatie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457200" y="1600200"/>
            <a:ext cx="82296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Een tabel met alle leden van de projectgroep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5" name="Google Shape;65;p14"/>
          <p:cNvGraphicFramePr/>
          <p:nvPr/>
        </p:nvGraphicFramePr>
        <p:xfrm>
          <a:off x="662575" y="25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{8DB2AF2F-C8A1-4DF0-91D8-87AF8BE1CE12}</a:tableStyleId>
              </a:tblPr>
              <a:tblGrid>
                <a:gridCol w="1090525"/>
                <a:gridCol w="1098850"/>
                <a:gridCol w="1239600"/>
                <a:gridCol w="1140250"/>
                <a:gridCol w="1231375"/>
                <a:gridCol w="143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Voornaam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Achternaam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Adres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Plaats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Email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Telefoon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Jan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Jansen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Lindelaan 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Amsterdam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jansen187@gmail.com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0612344321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Piet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van Dijk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Boslaan 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Den Haag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pietje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@vandijk.org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0612345678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66" name="Google Shape;66;p14"/>
          <p:cNvSpPr txBox="1"/>
          <p:nvPr/>
        </p:nvSpPr>
        <p:spPr>
          <a:xfrm>
            <a:off x="457200" y="4770775"/>
            <a:ext cx="82296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3000">
                <a:solidFill>
                  <a:srgbClr val="FFFFFF"/>
                </a:solidFill>
              </a:rPr>
              <a:t>De opdrachtgever en de projectmanager horen ook bij de projectgroep!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Planning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In de planning zie je: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De verschillende deelproducten (mijlpalen)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Wanneer er aan deelproducten wordt gewerkt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825" y="3884775"/>
            <a:ext cx="6330700" cy="244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Planning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Het is ook belangrijk dat je in een planning kunt zien, wie wat doet.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464832"/>
            <a:ext cx="8229600" cy="3017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Kosten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Kosten kunnen worden verrekend in een uurtarief.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In je uurtarief wordt rekening gehouden met: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Belasting die je moet betalen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Huur van het pand waar je zit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Vervoerskosten (naar je werk / klanten)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Bureauaccesoires (brieven/postzegels)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Internetverbinding / mobiele telefoon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etc.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 u="sng">
                <a:solidFill>
                  <a:schemeClr val="hlink"/>
                </a:solidFill>
                <a:hlinkClick r:id="rId3"/>
              </a:rPr>
              <a:t>Uurtarief berekenen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Kosten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57200" y="141765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Een kostenoverzicht ziet er zo uit: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075" y="2334875"/>
            <a:ext cx="8229599" cy="1519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Custom 345">
      <a:dk1>
        <a:srgbClr val="000000"/>
      </a:dk1>
      <a:lt1>
        <a:srgbClr val="FFFFFF"/>
      </a:lt1>
      <a:dk2>
        <a:srgbClr val="4C4C4C"/>
      </a:dk2>
      <a:lt2>
        <a:srgbClr val="CCCCCC"/>
      </a:lt2>
      <a:accent1>
        <a:srgbClr val="89B4B8"/>
      </a:accent1>
      <a:accent2>
        <a:srgbClr val="AFA6CA"/>
      </a:accent2>
      <a:accent3>
        <a:srgbClr val="A5B492"/>
      </a:accent3>
      <a:accent4>
        <a:srgbClr val="E8CD6D"/>
      </a:accent4>
      <a:accent5>
        <a:srgbClr val="F4A447"/>
      </a:accent5>
      <a:accent6>
        <a:srgbClr val="D09D94"/>
      </a:accent6>
      <a:hlink>
        <a:srgbClr val="5EA7AA"/>
      </a:hlink>
      <a:folHlink>
        <a:srgbClr val="A295B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